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6" r:id="rId1"/>
  </p:sldMasterIdLst>
  <p:notesMasterIdLst>
    <p:notesMasterId r:id="rId5"/>
  </p:notesMasterIdLst>
  <p:sldIdLst>
    <p:sldId id="3136" r:id="rId2"/>
    <p:sldId id="3137" r:id="rId3"/>
    <p:sldId id="313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F3A73A-106C-410A-247C-38320B595140}" name="Havelund, Klaus (US 348B)" initials="KH" userId="S::Klaus.Havelund@jpl.nasa.gov::70fc1d2a-f0a1-4be2-8485-5b8a688b648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83" autoAdjust="0"/>
    <p:restoredTop sz="94762"/>
  </p:normalViewPr>
  <p:slideViewPr>
    <p:cSldViewPr snapToGrid="0" snapToObjects="1">
      <p:cViewPr varScale="1">
        <p:scale>
          <a:sx n="121" d="100"/>
          <a:sy n="121" d="100"/>
        </p:scale>
        <p:origin x="1696" y="17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6F363-C4C7-8A4B-8A3D-2D4713EE666D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098AE-B20C-9349-935F-70B644A459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73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098AE-B20C-9349-935F-70B644A4596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322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089CF-B4BC-9945-8FFF-4176F39BE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D3D2D-9129-03FC-18BD-9AFCACAC0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760AC-FDC3-4938-25DD-001D2AF20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85ED8-D6E4-8D3C-E5EF-8C56536A0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098AE-B20C-9349-935F-70B644A4596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20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1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8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9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6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5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7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9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2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1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305C5-10C6-B94D-811B-A0A43ABA5E12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05097-39ED-0F4F-8BD8-A271ADC4E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50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1629381-51F9-FCD1-4FF4-02C1485AA24F}"/>
              </a:ext>
            </a:extLst>
          </p:cNvPr>
          <p:cNvCxnSpPr>
            <a:cxnSpLocks/>
            <a:endCxn id="14" idx="3"/>
          </p:cNvCxnSpPr>
          <p:nvPr/>
        </p:nvCxnSpPr>
        <p:spPr>
          <a:xfrm flipV="1">
            <a:off x="1303282" y="2706195"/>
            <a:ext cx="5907024" cy="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CCFF79D-2020-CC73-3411-B1FF0A84442C}"/>
              </a:ext>
            </a:extLst>
          </p:cNvPr>
          <p:cNvSpPr/>
          <p:nvPr/>
        </p:nvSpPr>
        <p:spPr>
          <a:xfrm>
            <a:off x="1303282" y="2633052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D1752-EA09-6D49-F8F9-85984220ED0F}"/>
              </a:ext>
            </a:extLst>
          </p:cNvPr>
          <p:cNvSpPr/>
          <p:nvPr/>
        </p:nvSpPr>
        <p:spPr>
          <a:xfrm>
            <a:off x="1940314" y="2633051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DE2A1B-8399-81DF-B4B9-990C00167859}"/>
              </a:ext>
            </a:extLst>
          </p:cNvPr>
          <p:cNvSpPr/>
          <p:nvPr/>
        </p:nvSpPr>
        <p:spPr>
          <a:xfrm>
            <a:off x="2577346" y="2633050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029145-99CE-4F5E-7A2A-9DF0A71622E2}"/>
              </a:ext>
            </a:extLst>
          </p:cNvPr>
          <p:cNvSpPr/>
          <p:nvPr/>
        </p:nvSpPr>
        <p:spPr>
          <a:xfrm>
            <a:off x="3214378" y="2633049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EFEF4C-BE62-7D7E-01B0-4F14C5D2BEED}"/>
              </a:ext>
            </a:extLst>
          </p:cNvPr>
          <p:cNvSpPr/>
          <p:nvPr/>
        </p:nvSpPr>
        <p:spPr>
          <a:xfrm>
            <a:off x="3851410" y="2633048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953EB4-F039-F31E-8F5D-F801F5E4E7BB}"/>
              </a:ext>
            </a:extLst>
          </p:cNvPr>
          <p:cNvSpPr/>
          <p:nvPr/>
        </p:nvSpPr>
        <p:spPr>
          <a:xfrm>
            <a:off x="4488442" y="2633047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DE9BF8-CED2-F793-0EEB-C6A3E1F30B9F}"/>
              </a:ext>
            </a:extLst>
          </p:cNvPr>
          <p:cNvSpPr/>
          <p:nvPr/>
        </p:nvSpPr>
        <p:spPr>
          <a:xfrm>
            <a:off x="5125474" y="2633046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14033-326F-0B55-2F08-0430E2F6FDE4}"/>
              </a:ext>
            </a:extLst>
          </p:cNvPr>
          <p:cNvSpPr/>
          <p:nvPr/>
        </p:nvSpPr>
        <p:spPr>
          <a:xfrm>
            <a:off x="5762506" y="2633045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1C819-5E15-8ADE-A072-7CE58027A1F5}"/>
              </a:ext>
            </a:extLst>
          </p:cNvPr>
          <p:cNvSpPr/>
          <p:nvPr/>
        </p:nvSpPr>
        <p:spPr>
          <a:xfrm>
            <a:off x="6399538" y="2633044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394481-1F22-0F27-99A6-44293595F3EE}"/>
              </a:ext>
            </a:extLst>
          </p:cNvPr>
          <p:cNvSpPr/>
          <p:nvPr/>
        </p:nvSpPr>
        <p:spPr>
          <a:xfrm>
            <a:off x="7036570" y="2633043"/>
            <a:ext cx="173736" cy="146303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6903AF-3FF9-1DDA-FFB9-7C7FF1C2399D}"/>
              </a:ext>
            </a:extLst>
          </p:cNvPr>
          <p:cNvSpPr txBox="1"/>
          <p:nvPr/>
        </p:nvSpPr>
        <p:spPr>
          <a:xfrm>
            <a:off x="1230130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C894F4-0183-06D9-DA7F-598825FE6335}"/>
              </a:ext>
            </a:extLst>
          </p:cNvPr>
          <p:cNvSpPr txBox="1"/>
          <p:nvPr/>
        </p:nvSpPr>
        <p:spPr>
          <a:xfrm>
            <a:off x="1867228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8823F7-E8DB-50BC-56D9-1C53B528D310}"/>
              </a:ext>
            </a:extLst>
          </p:cNvPr>
          <p:cNvSpPr txBox="1"/>
          <p:nvPr/>
        </p:nvSpPr>
        <p:spPr>
          <a:xfrm>
            <a:off x="2513470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B48369-1AAA-08CB-A6F0-0616131689ED}"/>
              </a:ext>
            </a:extLst>
          </p:cNvPr>
          <p:cNvSpPr txBox="1"/>
          <p:nvPr/>
        </p:nvSpPr>
        <p:spPr>
          <a:xfrm>
            <a:off x="3150403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58A5DA-3F05-D9BA-8367-2587FE3B9A44}"/>
              </a:ext>
            </a:extLst>
          </p:cNvPr>
          <p:cNvSpPr txBox="1"/>
          <p:nvPr/>
        </p:nvSpPr>
        <p:spPr>
          <a:xfrm>
            <a:off x="3787336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798709-783F-65C8-F1ED-5B739E8537FE}"/>
              </a:ext>
            </a:extLst>
          </p:cNvPr>
          <p:cNvSpPr txBox="1"/>
          <p:nvPr/>
        </p:nvSpPr>
        <p:spPr>
          <a:xfrm>
            <a:off x="4424269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77406-0632-23AC-8C2D-163ADD6F1349}"/>
              </a:ext>
            </a:extLst>
          </p:cNvPr>
          <p:cNvSpPr txBox="1"/>
          <p:nvPr/>
        </p:nvSpPr>
        <p:spPr>
          <a:xfrm>
            <a:off x="5061202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EE00CD-85C8-A71B-6F98-424EF105E7CB}"/>
              </a:ext>
            </a:extLst>
          </p:cNvPr>
          <p:cNvSpPr txBox="1"/>
          <p:nvPr/>
        </p:nvSpPr>
        <p:spPr>
          <a:xfrm>
            <a:off x="5698135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3BBB9F-6AF0-4319-3FC5-17E8B353FF69}"/>
              </a:ext>
            </a:extLst>
          </p:cNvPr>
          <p:cNvSpPr txBox="1"/>
          <p:nvPr/>
        </p:nvSpPr>
        <p:spPr>
          <a:xfrm>
            <a:off x="6335068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745EA9-C1FE-E7CF-D32F-2093D729B27E}"/>
              </a:ext>
            </a:extLst>
          </p:cNvPr>
          <p:cNvSpPr txBox="1"/>
          <p:nvPr/>
        </p:nvSpPr>
        <p:spPr>
          <a:xfrm>
            <a:off x="6972001" y="2962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F8310B-1DB5-27B7-F1E2-0CB4D745E79C}"/>
              </a:ext>
            </a:extLst>
          </p:cNvPr>
          <p:cNvSpPr txBox="1"/>
          <p:nvPr/>
        </p:nvSpPr>
        <p:spPr>
          <a:xfrm>
            <a:off x="1643037" y="2004112"/>
            <a:ext cx="2042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MOVE(distance=d?)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C39EDF-FE1C-AEB6-3175-257A8E22DAA6}"/>
              </a:ext>
            </a:extLst>
          </p:cNvPr>
          <p:cNvSpPr txBox="1"/>
          <p:nvPr/>
        </p:nvSpPr>
        <p:spPr>
          <a:xfrm>
            <a:off x="4488442" y="2016098"/>
            <a:ext cx="3121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ROTATE(angle=a?) </a:t>
            </a:r>
            <a:r>
              <a:rPr lang="en-US" b="1" dirty="0"/>
              <a:t>where</a:t>
            </a:r>
            <a:r>
              <a:rPr lang="en-US" dirty="0"/>
              <a:t> P(</a:t>
            </a:r>
            <a:r>
              <a:rPr lang="en-US" dirty="0" err="1"/>
              <a:t>d,a</a:t>
            </a:r>
            <a:r>
              <a:rPr lang="en-US" dirty="0"/>
              <a:t>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FAA909E-F868-F118-A352-5D455C369C1E}"/>
              </a:ext>
            </a:extLst>
          </p:cNvPr>
          <p:cNvCxnSpPr>
            <a:stCxn id="27" idx="2"/>
            <a:endCxn id="7" idx="0"/>
          </p:cNvCxnSpPr>
          <p:nvPr/>
        </p:nvCxnSpPr>
        <p:spPr>
          <a:xfrm>
            <a:off x="2664214" y="2373444"/>
            <a:ext cx="0" cy="25960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85307D0-8B30-51CB-98DD-B163AA4B16BA}"/>
              </a:ext>
            </a:extLst>
          </p:cNvPr>
          <p:cNvCxnSpPr/>
          <p:nvPr/>
        </p:nvCxnSpPr>
        <p:spPr>
          <a:xfrm>
            <a:off x="5858867" y="2338651"/>
            <a:ext cx="2369" cy="27610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B154036-AA93-DDA6-99C7-6455C9F40D5A}"/>
              </a:ext>
            </a:extLst>
          </p:cNvPr>
          <p:cNvSpPr txBox="1"/>
          <p:nvPr/>
        </p:nvSpPr>
        <p:spPr>
          <a:xfrm>
            <a:off x="2513470" y="153691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if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D30A7E-D5E8-0780-BADB-D91A9056E440}"/>
              </a:ext>
            </a:extLst>
          </p:cNvPr>
          <p:cNvSpPr txBox="1"/>
          <p:nvPr/>
        </p:nvSpPr>
        <p:spPr>
          <a:xfrm>
            <a:off x="5685311" y="1536919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592458-DC8D-7BAE-2E9B-E7BAF2A244F2}"/>
              </a:ext>
            </a:extLst>
          </p:cNvPr>
          <p:cNvSpPr txBox="1"/>
          <p:nvPr/>
        </p:nvSpPr>
        <p:spPr>
          <a:xfrm>
            <a:off x="3388114" y="659536"/>
            <a:ext cx="19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test of length 10</a:t>
            </a:r>
          </a:p>
        </p:txBody>
      </p:sp>
      <p:sp>
        <p:nvSpPr>
          <p:cNvPr id="38" name="Up Arrow 37">
            <a:extLst>
              <a:ext uri="{FF2B5EF4-FFF2-40B4-BE49-F238E27FC236}">
                <a16:creationId xmlns:a16="http://schemas.microsoft.com/office/drawing/2014/main" id="{54CDC156-C17D-126C-7600-6FE17B581C6A}"/>
              </a:ext>
            </a:extLst>
          </p:cNvPr>
          <p:cNvSpPr/>
          <p:nvPr/>
        </p:nvSpPr>
        <p:spPr>
          <a:xfrm>
            <a:off x="2577346" y="3348688"/>
            <a:ext cx="203175" cy="517353"/>
          </a:xfrm>
          <a:prstGeom prst="up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BA25B1-DA8A-A3D3-734B-E9428A632F50}"/>
              </a:ext>
            </a:extLst>
          </p:cNvPr>
          <p:cNvSpPr txBox="1"/>
          <p:nvPr/>
        </p:nvSpPr>
        <p:spPr>
          <a:xfrm>
            <a:off x="2121729" y="4033869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 2</a:t>
            </a:r>
          </a:p>
        </p:txBody>
      </p:sp>
    </p:spTree>
    <p:extLst>
      <p:ext uri="{BB962C8B-B14F-4D97-AF65-F5344CB8AC3E}">
        <p14:creationId xmlns:p14="http://schemas.microsoft.com/office/powerpoint/2010/main" val="1300715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7665-8A22-2B1D-074A-3C772C919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 descr="Inbox outline">
            <a:extLst>
              <a:ext uri="{FF2B5EF4-FFF2-40B4-BE49-F238E27FC236}">
                <a16:creationId xmlns:a16="http://schemas.microsoft.com/office/drawing/2014/main" id="{590D8222-ABCC-BCBE-DE7B-41EB5E20F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522" y="1926021"/>
            <a:ext cx="914400" cy="914400"/>
          </a:xfrm>
          <a:prstGeom prst="rect">
            <a:avLst/>
          </a:prstGeom>
        </p:spPr>
      </p:pic>
      <p:pic>
        <p:nvPicPr>
          <p:cNvPr id="45" name="Graphic 44" descr="Inbox outline">
            <a:extLst>
              <a:ext uri="{FF2B5EF4-FFF2-40B4-BE49-F238E27FC236}">
                <a16:creationId xmlns:a16="http://schemas.microsoft.com/office/drawing/2014/main" id="{031E1777-F1A1-7944-FA0E-4E04DECA7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5033" y="1926021"/>
            <a:ext cx="914400" cy="914400"/>
          </a:xfrm>
          <a:prstGeom prst="rect">
            <a:avLst/>
          </a:prstGeom>
        </p:spPr>
      </p:pic>
      <p:pic>
        <p:nvPicPr>
          <p:cNvPr id="46" name="Graphic 45" descr="Inbox outline">
            <a:extLst>
              <a:ext uri="{FF2B5EF4-FFF2-40B4-BE49-F238E27FC236}">
                <a16:creationId xmlns:a16="http://schemas.microsoft.com/office/drawing/2014/main" id="{7C0197B4-D2A5-FC91-EE80-109583E38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7544" y="1926021"/>
            <a:ext cx="914400" cy="914400"/>
          </a:xfrm>
          <a:prstGeom prst="rect">
            <a:avLst/>
          </a:prstGeom>
        </p:spPr>
      </p:pic>
      <p:pic>
        <p:nvPicPr>
          <p:cNvPr id="47" name="Graphic 46" descr="Inbox outline">
            <a:extLst>
              <a:ext uri="{FF2B5EF4-FFF2-40B4-BE49-F238E27FC236}">
                <a16:creationId xmlns:a16="http://schemas.microsoft.com/office/drawing/2014/main" id="{548CE524-578E-8E5C-E380-FD87E04AE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0055" y="1926021"/>
            <a:ext cx="914400" cy="914400"/>
          </a:xfrm>
          <a:prstGeom prst="rect">
            <a:avLst/>
          </a:prstGeom>
        </p:spPr>
      </p:pic>
      <p:pic>
        <p:nvPicPr>
          <p:cNvPr id="48" name="Graphic 47" descr="Inbox outline">
            <a:extLst>
              <a:ext uri="{FF2B5EF4-FFF2-40B4-BE49-F238E27FC236}">
                <a16:creationId xmlns:a16="http://schemas.microsoft.com/office/drawing/2014/main" id="{9FE0F9E9-9745-02C9-E66C-260B934D0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2566" y="1926021"/>
            <a:ext cx="914400" cy="914400"/>
          </a:xfrm>
          <a:prstGeom prst="rect">
            <a:avLst/>
          </a:prstGeom>
        </p:spPr>
      </p:pic>
      <p:pic>
        <p:nvPicPr>
          <p:cNvPr id="49" name="Graphic 48" descr="Inbox outline">
            <a:extLst>
              <a:ext uri="{FF2B5EF4-FFF2-40B4-BE49-F238E27FC236}">
                <a16:creationId xmlns:a16="http://schemas.microsoft.com/office/drawing/2014/main" id="{42BCC17F-19AB-BF86-5536-93BDCADDB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5077" y="1926021"/>
            <a:ext cx="914400" cy="914400"/>
          </a:xfrm>
          <a:prstGeom prst="rect">
            <a:avLst/>
          </a:prstGeom>
        </p:spPr>
      </p:pic>
      <p:pic>
        <p:nvPicPr>
          <p:cNvPr id="50" name="Graphic 49" descr="Inbox outline">
            <a:extLst>
              <a:ext uri="{FF2B5EF4-FFF2-40B4-BE49-F238E27FC236}">
                <a16:creationId xmlns:a16="http://schemas.microsoft.com/office/drawing/2014/main" id="{A7505311-1F74-9439-8A2F-98893ECCD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588" y="1926021"/>
            <a:ext cx="914400" cy="914400"/>
          </a:xfrm>
          <a:prstGeom prst="rect">
            <a:avLst/>
          </a:prstGeom>
        </p:spPr>
      </p:pic>
      <p:pic>
        <p:nvPicPr>
          <p:cNvPr id="51" name="Graphic 50" descr="Inbox outline">
            <a:extLst>
              <a:ext uri="{FF2B5EF4-FFF2-40B4-BE49-F238E27FC236}">
                <a16:creationId xmlns:a16="http://schemas.microsoft.com/office/drawing/2014/main" id="{CF7CB27C-4BE9-453A-9514-9EB25B262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0099" y="1926021"/>
            <a:ext cx="914400" cy="914400"/>
          </a:xfrm>
          <a:prstGeom prst="rect">
            <a:avLst/>
          </a:prstGeom>
        </p:spPr>
      </p:pic>
      <p:pic>
        <p:nvPicPr>
          <p:cNvPr id="52" name="Graphic 51" descr="Inbox outline">
            <a:extLst>
              <a:ext uri="{FF2B5EF4-FFF2-40B4-BE49-F238E27FC236}">
                <a16:creationId xmlns:a16="http://schemas.microsoft.com/office/drawing/2014/main" id="{F0E6775C-CD16-796F-F9B3-7A1B1F974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2610" y="1926021"/>
            <a:ext cx="914400" cy="914400"/>
          </a:xfrm>
          <a:prstGeom prst="rect">
            <a:avLst/>
          </a:prstGeom>
        </p:spPr>
      </p:pic>
      <p:pic>
        <p:nvPicPr>
          <p:cNvPr id="53" name="Graphic 52" descr="Inbox outline">
            <a:extLst>
              <a:ext uri="{FF2B5EF4-FFF2-40B4-BE49-F238E27FC236}">
                <a16:creationId xmlns:a16="http://schemas.microsoft.com/office/drawing/2014/main" id="{1212C652-AFBF-69D4-689F-25C2CAD2B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5121" y="1926021"/>
            <a:ext cx="914400" cy="914400"/>
          </a:xfrm>
          <a:prstGeom prst="rect">
            <a:avLst/>
          </a:prstGeom>
        </p:spPr>
      </p:pic>
      <p:pic>
        <p:nvPicPr>
          <p:cNvPr id="55" name="Graphic 54" descr="Badge 10 with solid fill">
            <a:extLst>
              <a:ext uri="{FF2B5EF4-FFF2-40B4-BE49-F238E27FC236}">
                <a16:creationId xmlns:a16="http://schemas.microsoft.com/office/drawing/2014/main" id="{A4AE28A8-3ABE-3CB9-2D44-D8A391EC3B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1310" y="809090"/>
            <a:ext cx="484632" cy="484632"/>
          </a:xfrm>
          <a:prstGeom prst="rect">
            <a:avLst/>
          </a:prstGeom>
        </p:spPr>
      </p:pic>
      <p:pic>
        <p:nvPicPr>
          <p:cNvPr id="57" name="Graphic 56" descr="Badge 9 with solid fill">
            <a:extLst>
              <a:ext uri="{FF2B5EF4-FFF2-40B4-BE49-F238E27FC236}">
                <a16:creationId xmlns:a16="http://schemas.microsoft.com/office/drawing/2014/main" id="{2B51FB0F-5E8B-753A-5F28-02B0DDDACF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294" y="809090"/>
            <a:ext cx="484632" cy="484632"/>
          </a:xfrm>
          <a:prstGeom prst="rect">
            <a:avLst/>
          </a:prstGeom>
        </p:spPr>
      </p:pic>
      <p:pic>
        <p:nvPicPr>
          <p:cNvPr id="59" name="Graphic 58" descr="Badge 8 with solid fill">
            <a:extLst>
              <a:ext uri="{FF2B5EF4-FFF2-40B4-BE49-F238E27FC236}">
                <a16:creationId xmlns:a16="http://schemas.microsoft.com/office/drawing/2014/main" id="{5159ACEE-A6FC-4EEA-623D-E7BE498058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63549" y="810471"/>
            <a:ext cx="484632" cy="484632"/>
          </a:xfrm>
          <a:prstGeom prst="rect">
            <a:avLst/>
          </a:prstGeom>
        </p:spPr>
      </p:pic>
      <p:pic>
        <p:nvPicPr>
          <p:cNvPr id="61" name="Graphic 60" descr="Badge 4 with solid fill">
            <a:extLst>
              <a:ext uri="{FF2B5EF4-FFF2-40B4-BE49-F238E27FC236}">
                <a16:creationId xmlns:a16="http://schemas.microsoft.com/office/drawing/2014/main" id="{78C805A1-4E82-79E5-2B13-5DCF900492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7968" y="804562"/>
            <a:ext cx="484632" cy="484632"/>
          </a:xfrm>
          <a:prstGeom prst="rect">
            <a:avLst/>
          </a:prstGeom>
        </p:spPr>
      </p:pic>
      <p:pic>
        <p:nvPicPr>
          <p:cNvPr id="63" name="Graphic 62" descr="Badge with solid fill">
            <a:extLst>
              <a:ext uri="{FF2B5EF4-FFF2-40B4-BE49-F238E27FC236}">
                <a16:creationId xmlns:a16="http://schemas.microsoft.com/office/drawing/2014/main" id="{BCF8FAB4-82FC-002F-E9CE-3B56C3AD06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37830" y="809090"/>
            <a:ext cx="484632" cy="484632"/>
          </a:xfrm>
          <a:prstGeom prst="rect">
            <a:avLst/>
          </a:prstGeom>
        </p:spPr>
      </p:pic>
      <p:pic>
        <p:nvPicPr>
          <p:cNvPr id="65" name="Graphic 64" descr="Badge 3 with solid fill">
            <a:extLst>
              <a:ext uri="{FF2B5EF4-FFF2-40B4-BE49-F238E27FC236}">
                <a16:creationId xmlns:a16="http://schemas.microsoft.com/office/drawing/2014/main" id="{7D3AAD9D-795C-6CE0-32E3-24D3B04004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37346" y="804562"/>
            <a:ext cx="484632" cy="484632"/>
          </a:xfrm>
          <a:prstGeom prst="rect">
            <a:avLst/>
          </a:prstGeom>
        </p:spPr>
      </p:pic>
      <p:pic>
        <p:nvPicPr>
          <p:cNvPr id="67" name="Graphic 66" descr="Badge 6 with solid fill">
            <a:extLst>
              <a:ext uri="{FF2B5EF4-FFF2-40B4-BE49-F238E27FC236}">
                <a16:creationId xmlns:a16="http://schemas.microsoft.com/office/drawing/2014/main" id="{D3CF63BE-14F1-B57B-7AB1-EB5A8BBFEAE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79270" y="801117"/>
            <a:ext cx="484632" cy="484632"/>
          </a:xfrm>
          <a:prstGeom prst="rect">
            <a:avLst/>
          </a:prstGeom>
        </p:spPr>
      </p:pic>
      <p:pic>
        <p:nvPicPr>
          <p:cNvPr id="69" name="Graphic 68" descr="Badge 1 with solid fill">
            <a:extLst>
              <a:ext uri="{FF2B5EF4-FFF2-40B4-BE49-F238E27FC236}">
                <a16:creationId xmlns:a16="http://schemas.microsoft.com/office/drawing/2014/main" id="{8CE482F2-774E-6847-B4CD-005E3AFDE92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07208" y="804562"/>
            <a:ext cx="484632" cy="484632"/>
          </a:xfrm>
          <a:prstGeom prst="rect">
            <a:avLst/>
          </a:prstGeom>
        </p:spPr>
      </p:pic>
      <p:pic>
        <p:nvPicPr>
          <p:cNvPr id="71" name="Graphic 70" descr="Badge 7 with solid fill">
            <a:extLst>
              <a:ext uri="{FF2B5EF4-FFF2-40B4-BE49-F238E27FC236}">
                <a16:creationId xmlns:a16="http://schemas.microsoft.com/office/drawing/2014/main" id="{85D76F70-4EA4-13DF-0642-44AFD5B0046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193884" y="810471"/>
            <a:ext cx="484632" cy="484632"/>
          </a:xfrm>
          <a:prstGeom prst="rect">
            <a:avLst/>
          </a:prstGeom>
        </p:spPr>
      </p:pic>
      <p:pic>
        <p:nvPicPr>
          <p:cNvPr id="73" name="Graphic 72" descr="Badge 5 with solid fill">
            <a:extLst>
              <a:ext uri="{FF2B5EF4-FFF2-40B4-BE49-F238E27FC236}">
                <a16:creationId xmlns:a16="http://schemas.microsoft.com/office/drawing/2014/main" id="{4AE845EC-629D-CC59-9F4C-98F2A18AAA2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807998" y="804562"/>
            <a:ext cx="484632" cy="484632"/>
          </a:xfrm>
          <a:prstGeom prst="rect">
            <a:avLst/>
          </a:prstGeom>
        </p:spPr>
      </p:pic>
      <p:pic>
        <p:nvPicPr>
          <p:cNvPr id="2" name="Graphic 1" descr="Inbox outline">
            <a:extLst>
              <a:ext uri="{FF2B5EF4-FFF2-40B4-BE49-F238E27FC236}">
                <a16:creationId xmlns:a16="http://schemas.microsoft.com/office/drawing/2014/main" id="{9D4A34A7-E023-24B5-B8F7-786B7C3296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147" y="5294587"/>
            <a:ext cx="914400" cy="914400"/>
          </a:xfrm>
          <a:prstGeom prst="rect">
            <a:avLst/>
          </a:prstGeom>
        </p:spPr>
      </p:pic>
      <p:pic>
        <p:nvPicPr>
          <p:cNvPr id="3" name="Graphic 2" descr="Inbox outline">
            <a:extLst>
              <a:ext uri="{FF2B5EF4-FFF2-40B4-BE49-F238E27FC236}">
                <a16:creationId xmlns:a16="http://schemas.microsoft.com/office/drawing/2014/main" id="{7E8D828D-5FE7-5BA9-58DB-9ABB2FD20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658" y="5294587"/>
            <a:ext cx="914400" cy="914400"/>
          </a:xfrm>
          <a:prstGeom prst="rect">
            <a:avLst/>
          </a:prstGeom>
        </p:spPr>
      </p:pic>
      <p:pic>
        <p:nvPicPr>
          <p:cNvPr id="4" name="Graphic 3" descr="Inbox outline">
            <a:extLst>
              <a:ext uri="{FF2B5EF4-FFF2-40B4-BE49-F238E27FC236}">
                <a16:creationId xmlns:a16="http://schemas.microsoft.com/office/drawing/2014/main" id="{B21B61DA-E239-1587-C4E1-987FDBE57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9169" y="5294587"/>
            <a:ext cx="914400" cy="914400"/>
          </a:xfrm>
          <a:prstGeom prst="rect">
            <a:avLst/>
          </a:prstGeom>
        </p:spPr>
      </p:pic>
      <p:pic>
        <p:nvPicPr>
          <p:cNvPr id="5" name="Graphic 4" descr="Inbox outline">
            <a:extLst>
              <a:ext uri="{FF2B5EF4-FFF2-40B4-BE49-F238E27FC236}">
                <a16:creationId xmlns:a16="http://schemas.microsoft.com/office/drawing/2014/main" id="{894415E1-39B4-EB70-4C93-F2A0D3137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1680" y="5294587"/>
            <a:ext cx="914400" cy="914400"/>
          </a:xfrm>
          <a:prstGeom prst="rect">
            <a:avLst/>
          </a:prstGeom>
        </p:spPr>
      </p:pic>
      <p:pic>
        <p:nvPicPr>
          <p:cNvPr id="6" name="Graphic 5" descr="Inbox outline">
            <a:extLst>
              <a:ext uri="{FF2B5EF4-FFF2-40B4-BE49-F238E27FC236}">
                <a16:creationId xmlns:a16="http://schemas.microsoft.com/office/drawing/2014/main" id="{F0C8EAF4-2488-2E3D-756B-967885B30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4191" y="5294587"/>
            <a:ext cx="914400" cy="914400"/>
          </a:xfrm>
          <a:prstGeom prst="rect">
            <a:avLst/>
          </a:prstGeom>
        </p:spPr>
      </p:pic>
      <p:pic>
        <p:nvPicPr>
          <p:cNvPr id="7" name="Graphic 6" descr="Inbox outline">
            <a:extLst>
              <a:ext uri="{FF2B5EF4-FFF2-40B4-BE49-F238E27FC236}">
                <a16:creationId xmlns:a16="http://schemas.microsoft.com/office/drawing/2014/main" id="{90C46929-6202-549F-A46A-209B01FC5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6702" y="5294587"/>
            <a:ext cx="914400" cy="914400"/>
          </a:xfrm>
          <a:prstGeom prst="rect">
            <a:avLst/>
          </a:prstGeom>
        </p:spPr>
      </p:pic>
      <p:pic>
        <p:nvPicPr>
          <p:cNvPr id="8" name="Graphic 7" descr="Inbox outline">
            <a:extLst>
              <a:ext uri="{FF2B5EF4-FFF2-40B4-BE49-F238E27FC236}">
                <a16:creationId xmlns:a16="http://schemas.microsoft.com/office/drawing/2014/main" id="{A6F25B95-4A8D-7360-0E58-E7CF9F85A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9213" y="5294587"/>
            <a:ext cx="914400" cy="914400"/>
          </a:xfrm>
          <a:prstGeom prst="rect">
            <a:avLst/>
          </a:prstGeom>
        </p:spPr>
      </p:pic>
      <p:pic>
        <p:nvPicPr>
          <p:cNvPr id="9" name="Graphic 8" descr="Inbox outline">
            <a:extLst>
              <a:ext uri="{FF2B5EF4-FFF2-40B4-BE49-F238E27FC236}">
                <a16:creationId xmlns:a16="http://schemas.microsoft.com/office/drawing/2014/main" id="{01C031CA-9320-614F-8C5C-0D2987456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1724" y="5294587"/>
            <a:ext cx="914400" cy="914400"/>
          </a:xfrm>
          <a:prstGeom prst="rect">
            <a:avLst/>
          </a:prstGeom>
        </p:spPr>
      </p:pic>
      <p:pic>
        <p:nvPicPr>
          <p:cNvPr id="10" name="Graphic 9" descr="Inbox outline">
            <a:extLst>
              <a:ext uri="{FF2B5EF4-FFF2-40B4-BE49-F238E27FC236}">
                <a16:creationId xmlns:a16="http://schemas.microsoft.com/office/drawing/2014/main" id="{17C95C8E-D5B2-A09B-D2B6-1520A73CE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4235" y="5294587"/>
            <a:ext cx="914400" cy="914400"/>
          </a:xfrm>
          <a:prstGeom prst="rect">
            <a:avLst/>
          </a:prstGeom>
        </p:spPr>
      </p:pic>
      <p:pic>
        <p:nvPicPr>
          <p:cNvPr id="11" name="Graphic 10" descr="Inbox outline">
            <a:extLst>
              <a:ext uri="{FF2B5EF4-FFF2-40B4-BE49-F238E27FC236}">
                <a16:creationId xmlns:a16="http://schemas.microsoft.com/office/drawing/2014/main" id="{D818C006-CEFC-2D8B-3A2E-7B781A27A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746" y="5294587"/>
            <a:ext cx="914400" cy="914400"/>
          </a:xfrm>
          <a:prstGeom prst="rect">
            <a:avLst/>
          </a:prstGeom>
        </p:spPr>
      </p:pic>
      <p:pic>
        <p:nvPicPr>
          <p:cNvPr id="12" name="Graphic 11" descr="Badge 10 with solid fill">
            <a:extLst>
              <a:ext uri="{FF2B5EF4-FFF2-40B4-BE49-F238E27FC236}">
                <a16:creationId xmlns:a16="http://schemas.microsoft.com/office/drawing/2014/main" id="{C0AC73AD-6F60-FA42-160E-8B8E4A9A1B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2156" y="4914479"/>
            <a:ext cx="484632" cy="484632"/>
          </a:xfrm>
          <a:prstGeom prst="rect">
            <a:avLst/>
          </a:prstGeom>
        </p:spPr>
      </p:pic>
      <p:pic>
        <p:nvPicPr>
          <p:cNvPr id="13" name="Graphic 12" descr="Badge 9 with solid fill">
            <a:extLst>
              <a:ext uri="{FF2B5EF4-FFF2-40B4-BE49-F238E27FC236}">
                <a16:creationId xmlns:a16="http://schemas.microsoft.com/office/drawing/2014/main" id="{A7C84CEA-8BDF-99BE-4221-A514D3E3FF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4667" y="4914479"/>
            <a:ext cx="484632" cy="484632"/>
          </a:xfrm>
          <a:prstGeom prst="rect">
            <a:avLst/>
          </a:prstGeom>
        </p:spPr>
      </p:pic>
      <p:pic>
        <p:nvPicPr>
          <p:cNvPr id="14" name="Graphic 13" descr="Badge 8 with solid fill">
            <a:extLst>
              <a:ext uri="{FF2B5EF4-FFF2-40B4-BE49-F238E27FC236}">
                <a16:creationId xmlns:a16="http://schemas.microsoft.com/office/drawing/2014/main" id="{6A290B80-EB27-1F0A-9F74-53EAA6827E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07178" y="4914479"/>
            <a:ext cx="484632" cy="484632"/>
          </a:xfrm>
          <a:prstGeom prst="rect">
            <a:avLst/>
          </a:prstGeom>
        </p:spPr>
      </p:pic>
      <p:pic>
        <p:nvPicPr>
          <p:cNvPr id="15" name="Graphic 14" descr="Badge 4 with solid fill">
            <a:extLst>
              <a:ext uri="{FF2B5EF4-FFF2-40B4-BE49-F238E27FC236}">
                <a16:creationId xmlns:a16="http://schemas.microsoft.com/office/drawing/2014/main" id="{D622611A-3A8D-F524-79A3-546AFBF907B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22183" y="4914479"/>
            <a:ext cx="484632" cy="484632"/>
          </a:xfrm>
          <a:prstGeom prst="rect">
            <a:avLst/>
          </a:prstGeom>
        </p:spPr>
      </p:pic>
      <p:pic>
        <p:nvPicPr>
          <p:cNvPr id="16" name="Graphic 15" descr="Badge with solid fill">
            <a:extLst>
              <a:ext uri="{FF2B5EF4-FFF2-40B4-BE49-F238E27FC236}">
                <a16:creationId xmlns:a16="http://schemas.microsoft.com/office/drawing/2014/main" id="{58C57B49-20D8-667F-4588-C13B6A12B64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30945" y="4914479"/>
            <a:ext cx="484632" cy="484632"/>
          </a:xfrm>
          <a:prstGeom prst="rect">
            <a:avLst/>
          </a:prstGeom>
        </p:spPr>
      </p:pic>
      <p:pic>
        <p:nvPicPr>
          <p:cNvPr id="17" name="Graphic 16" descr="Badge 3 with solid fill">
            <a:extLst>
              <a:ext uri="{FF2B5EF4-FFF2-40B4-BE49-F238E27FC236}">
                <a16:creationId xmlns:a16="http://schemas.microsoft.com/office/drawing/2014/main" id="{935E4FAE-22B9-0F11-6C99-C8A9677CB1F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9031" y="4919362"/>
            <a:ext cx="484632" cy="484632"/>
          </a:xfrm>
          <a:prstGeom prst="rect">
            <a:avLst/>
          </a:prstGeom>
        </p:spPr>
      </p:pic>
      <p:pic>
        <p:nvPicPr>
          <p:cNvPr id="18" name="Graphic 17" descr="Badge 6 with solid fill">
            <a:extLst>
              <a:ext uri="{FF2B5EF4-FFF2-40B4-BE49-F238E27FC236}">
                <a16:creationId xmlns:a16="http://schemas.microsoft.com/office/drawing/2014/main" id="{4C3494FD-2C51-80F1-EAD0-6572C8ADBA1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03456" y="4914479"/>
            <a:ext cx="484632" cy="484632"/>
          </a:xfrm>
          <a:prstGeom prst="rect">
            <a:avLst/>
          </a:prstGeom>
        </p:spPr>
      </p:pic>
      <p:pic>
        <p:nvPicPr>
          <p:cNvPr id="19" name="Graphic 18" descr="Badge 1 with solid fill">
            <a:extLst>
              <a:ext uri="{FF2B5EF4-FFF2-40B4-BE49-F238E27FC236}">
                <a16:creationId xmlns:a16="http://schemas.microsoft.com/office/drawing/2014/main" id="{BA3FE9C8-78F5-5AC8-EF4F-244BBCD3ABE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176564" y="4914479"/>
            <a:ext cx="484632" cy="484632"/>
          </a:xfrm>
          <a:prstGeom prst="rect">
            <a:avLst/>
          </a:prstGeom>
        </p:spPr>
      </p:pic>
      <p:pic>
        <p:nvPicPr>
          <p:cNvPr id="20" name="Graphic 19" descr="Badge 7 with solid fill">
            <a:extLst>
              <a:ext uri="{FF2B5EF4-FFF2-40B4-BE49-F238E27FC236}">
                <a16:creationId xmlns:a16="http://schemas.microsoft.com/office/drawing/2014/main" id="{BC1CAC92-5EE4-B9BB-0099-168EE5FA28C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482806" y="4914479"/>
            <a:ext cx="484632" cy="484632"/>
          </a:xfrm>
          <a:prstGeom prst="rect">
            <a:avLst/>
          </a:prstGeom>
        </p:spPr>
      </p:pic>
      <p:pic>
        <p:nvPicPr>
          <p:cNvPr id="21" name="Graphic 20" descr="Badge 5 with solid fill">
            <a:extLst>
              <a:ext uri="{FF2B5EF4-FFF2-40B4-BE49-F238E27FC236}">
                <a16:creationId xmlns:a16="http://schemas.microsoft.com/office/drawing/2014/main" id="{572EC53B-92FD-B2FB-9126-073802F260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40607" y="4914479"/>
            <a:ext cx="484632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1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robot with black wheels&#10;&#10;AI-generated content may be incorrect.">
            <a:extLst>
              <a:ext uri="{FF2B5EF4-FFF2-40B4-BE49-F238E27FC236}">
                <a16:creationId xmlns:a16="http://schemas.microsoft.com/office/drawing/2014/main" id="{7D770F7F-77D2-BD8A-3D3C-7D7A7ACBC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797" y="2102070"/>
            <a:ext cx="3158517" cy="2921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CA7053-D509-411C-EDCA-D7C0A0AF0002}"/>
              </a:ext>
            </a:extLst>
          </p:cNvPr>
          <p:cNvSpPr txBox="1"/>
          <p:nvPr/>
        </p:nvSpPr>
        <p:spPr>
          <a:xfrm>
            <a:off x="2167369" y="4929354"/>
            <a:ext cx="73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BAD88-90E5-F214-231E-525394C8EF52}"/>
              </a:ext>
            </a:extLst>
          </p:cNvPr>
          <p:cNvSpPr txBox="1"/>
          <p:nvPr/>
        </p:nvSpPr>
        <p:spPr>
          <a:xfrm>
            <a:off x="1647483" y="3367173"/>
            <a:ext cx="887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6573E-2408-C5D7-C8B8-6377883E8BD1}"/>
              </a:ext>
            </a:extLst>
          </p:cNvPr>
          <p:cNvSpPr txBox="1"/>
          <p:nvPr/>
        </p:nvSpPr>
        <p:spPr>
          <a:xfrm>
            <a:off x="4257577" y="5603347"/>
            <a:ext cx="774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47ED86-EB78-60D3-1719-69707A710710}"/>
              </a:ext>
            </a:extLst>
          </p:cNvPr>
          <p:cNvSpPr txBox="1"/>
          <p:nvPr/>
        </p:nvSpPr>
        <p:spPr>
          <a:xfrm>
            <a:off x="6105345" y="4759320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C5807-3BDC-73B4-F6C1-AA8C4CE48C34}"/>
              </a:ext>
            </a:extLst>
          </p:cNvPr>
          <p:cNvSpPr txBox="1"/>
          <p:nvPr/>
        </p:nvSpPr>
        <p:spPr>
          <a:xfrm>
            <a:off x="6755462" y="3367173"/>
            <a:ext cx="78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3A0FB-663B-E770-4AFF-17D85AE8CF08}"/>
              </a:ext>
            </a:extLst>
          </p:cNvPr>
          <p:cNvSpPr txBox="1"/>
          <p:nvPr/>
        </p:nvSpPr>
        <p:spPr>
          <a:xfrm>
            <a:off x="6487448" y="2149771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6D163-9EA2-8B67-5C0E-FC1A6515E7AC}"/>
              </a:ext>
            </a:extLst>
          </p:cNvPr>
          <p:cNvSpPr txBox="1"/>
          <p:nvPr/>
        </p:nvSpPr>
        <p:spPr>
          <a:xfrm>
            <a:off x="4052825" y="1152680"/>
            <a:ext cx="1000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478DA-AD77-CB98-F8E6-7780A87BE9B4}"/>
              </a:ext>
            </a:extLst>
          </p:cNvPr>
          <p:cNvSpPr txBox="1"/>
          <p:nvPr/>
        </p:nvSpPr>
        <p:spPr>
          <a:xfrm>
            <a:off x="2387001" y="1917404"/>
            <a:ext cx="826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</a:t>
            </a:r>
          </a:p>
        </p:txBody>
      </p:sp>
    </p:spTree>
    <p:extLst>
      <p:ext uri="{BB962C8B-B14F-4D97-AF65-F5344CB8AC3E}">
        <p14:creationId xmlns:p14="http://schemas.microsoft.com/office/powerpoint/2010/main" val="1368533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13593</TotalTime>
  <Words>48</Words>
  <Application>Microsoft Macintosh PowerPoint</Application>
  <PresentationFormat>On-screen Show (4:3)</PresentationFormat>
  <Paragraphs>26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versus Internal DSLs for Trace Analysis</dc:title>
  <dc:creator>Klaus Havelund</dc:creator>
  <cp:lastModifiedBy>Klaus Havelund</cp:lastModifiedBy>
  <cp:revision>1384</cp:revision>
  <dcterms:created xsi:type="dcterms:W3CDTF">2011-09-27T15:23:35Z</dcterms:created>
  <dcterms:modified xsi:type="dcterms:W3CDTF">2026-02-04T18:11:28Z</dcterms:modified>
</cp:coreProperties>
</file>